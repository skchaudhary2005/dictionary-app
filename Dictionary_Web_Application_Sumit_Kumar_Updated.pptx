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Dictionary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College Project Presentation</a:t>
            </a:r>
          </a:p>
          <a:p>
            <a:r>
              <a:t>Aditya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web-based dictionary application</a:t>
            </a:r>
          </a:p>
          <a:p>
            <a:pPr>
              <a:defRPr sz="2000"/>
            </a:pPr>
            <a:r>
              <a:t>Allows users to search English words</a:t>
            </a:r>
          </a:p>
          <a:p>
            <a:pPr>
              <a:defRPr sz="2000"/>
            </a:pPr>
            <a:r>
              <a:t>Displays meaning, part of speech, phonetics, and pronunciation</a:t>
            </a:r>
          </a:p>
          <a:p>
            <a:pPr>
              <a:defRPr sz="2000"/>
            </a:pPr>
            <a:r>
              <a:t>Designed for beginner-level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HTML – Structure of the application</a:t>
            </a:r>
          </a:p>
          <a:p>
            <a:pPr>
              <a:defRPr sz="2000"/>
            </a:pPr>
            <a:r>
              <a:t>CSS – Styling and responsive UI</a:t>
            </a:r>
          </a:p>
          <a:p>
            <a:pPr>
              <a:defRPr sz="2000"/>
            </a:pPr>
            <a:r>
              <a:t>JavaScript – Logic and API handling</a:t>
            </a:r>
          </a:p>
          <a:p>
            <a:pPr>
              <a:defRPr sz="2000"/>
            </a:pPr>
            <a:r>
              <a:t>VS Code – Code editor</a:t>
            </a:r>
          </a:p>
          <a:p>
            <a:pPr>
              <a:defRPr sz="2000"/>
            </a:pPr>
            <a:r>
              <a:t>GitHub – Version control and hosting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Word search functionality</a:t>
            </a:r>
          </a:p>
          <a:p>
            <a:pPr>
              <a:defRPr sz="2000"/>
            </a:pPr>
            <a:r>
              <a:t>Meaning and part of speech display</a:t>
            </a:r>
          </a:p>
          <a:p>
            <a:pPr>
              <a:defRPr sz="2000"/>
            </a:pPr>
            <a:r>
              <a:t>Phonetic pronunciation</a:t>
            </a:r>
          </a:p>
          <a:p>
            <a:pPr>
              <a:defRPr sz="2000"/>
            </a:pPr>
            <a:r>
              <a:t>Audio pronunciation button</a:t>
            </a:r>
          </a:p>
          <a:p>
            <a:pPr>
              <a:defRPr sz="2000"/>
            </a:pPr>
            <a:r>
              <a:t>Error handling for invalid 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Integration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API Name: Free Dictionary API</a:t>
            </a:r>
          </a:p>
          <a:p>
            <a:pPr>
              <a:defRPr sz="2000"/>
            </a:pPr>
            <a:r>
              <a:t>Base URL: https://api.dictionaryapi.dev/api/v2/entries/en/&lt;word&gt;</a:t>
            </a:r>
          </a:p>
          <a:p>
            <a:pPr>
              <a:defRPr sz="2000"/>
            </a:pPr>
            <a:r>
              <a:t>Data fetched using JavaScript fetch()</a:t>
            </a:r>
          </a:p>
          <a:p>
            <a:pPr>
              <a:defRPr sz="2000"/>
            </a:pPr>
            <a:r>
              <a:t>Handles successful and error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Screenshots</a:t>
            </a:r>
          </a:p>
        </p:txBody>
      </p:sp>
      <p:pic>
        <p:nvPicPr>
          <p:cNvPr id="3" name="Picture 2" descr="Screenshot 2026-01-13 221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0" cy="3250908"/>
          </a:xfrm>
          <a:prstGeom prst="rect">
            <a:avLst/>
          </a:prstGeom>
        </p:spPr>
      </p:pic>
      <p:pic>
        <p:nvPicPr>
          <p:cNvPr id="4" name="Picture 3" descr="Screenshot 2026-01-13 2213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71600"/>
            <a:ext cx="2743200" cy="2936605"/>
          </a:xfrm>
          <a:prstGeom prst="rect">
            <a:avLst/>
          </a:prstGeom>
        </p:spPr>
      </p:pic>
      <p:pic>
        <p:nvPicPr>
          <p:cNvPr id="5" name="Picture 4" descr="Screenshot 2026-01-13 2213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2743200" cy="30434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Hosting Platform: GitHub Pages</a:t>
            </a:r>
          </a:p>
          <a:p>
            <a:pPr>
              <a:defRPr sz="2000"/>
            </a:pPr>
            <a:r>
              <a:rPr dirty="0"/>
              <a:t>Project developed using VS Code</a:t>
            </a:r>
          </a:p>
          <a:p>
            <a:pPr>
              <a:defRPr sz="2000"/>
            </a:pPr>
            <a:r>
              <a:rPr dirty="0"/>
              <a:t>Live Project URL: </a:t>
            </a:r>
            <a:r>
              <a:rPr lang="en-IN" dirty="0"/>
              <a:t>https://adityaraj-coder-creator.github.io/Dictionary-Website/</a:t>
            </a:r>
            <a:endParaRPr dirty="0"/>
          </a:p>
          <a:p>
            <a:pPr>
              <a:defRPr sz="2000"/>
            </a:pPr>
            <a:r>
              <a:rPr dirty="0"/>
              <a:t>GitHub Repository URL:</a:t>
            </a:r>
            <a:r>
              <a:rPr lang="en-US" dirty="0"/>
              <a:t>  https://github.com/adityaraj-coder-creator/Dictionary-Website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Add synonym and antonym support</a:t>
            </a:r>
          </a:p>
          <a:p>
            <a:pPr>
              <a:defRPr sz="2000"/>
            </a:pPr>
            <a:r>
              <a:t>Support for multiple meanings</a:t>
            </a:r>
          </a:p>
          <a:p>
            <a:pPr>
              <a:defRPr sz="2000"/>
            </a:pPr>
            <a:r>
              <a:t>Improve UI with animations</a:t>
            </a:r>
          </a:p>
          <a:p>
            <a:pPr>
              <a:defRPr sz="2000"/>
            </a:pPr>
            <a:r>
              <a:t>Add dark/light mode toggle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189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Dictionary Web Application</vt:lpstr>
      <vt:lpstr>Introduction</vt:lpstr>
      <vt:lpstr>Technologies Used</vt:lpstr>
      <vt:lpstr>Project Features</vt:lpstr>
      <vt:lpstr>API Integration Details</vt:lpstr>
      <vt:lpstr>UI Screenshots</vt:lpstr>
      <vt:lpstr>Deployment Details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RAJ</cp:lastModifiedBy>
  <cp:revision>2</cp:revision>
  <dcterms:created xsi:type="dcterms:W3CDTF">2013-01-27T09:14:16Z</dcterms:created>
  <dcterms:modified xsi:type="dcterms:W3CDTF">2026-01-14T04:59:45Z</dcterms:modified>
  <cp:category/>
</cp:coreProperties>
</file>